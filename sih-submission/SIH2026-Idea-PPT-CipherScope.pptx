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0D1520"/>
                </a:solidFill>
              </a:rPr>
              <a:t>SMART INDIA HACKATHON 2026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03D"/>
                </a:solidFill>
              </a:rPr>
              <a:t>Problem Statement ID – SIH26164  (verify on sih.gov.in: shows SIH26163/26164)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03D"/>
                </a:solidFill>
              </a:rPr>
              <a:t>Problem Statement Title – Enterprise Cryptographic Discovery &amp; Analysis Tool (ECDAT)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03D"/>
                </a:solidFill>
              </a:rPr>
              <a:t>Theme – Blockchain &amp; Cybersecurity   |   PS Category – Software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03D"/>
                </a:solidFill>
              </a:rPr>
              <a:t>Team ID – ____________       Team Name – ____________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6303D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3000" b="1">
                <a:solidFill>
                  <a:srgbClr val="6D28D9"/>
                </a:solidFill>
              </a:rPr>
              <a:t>CipherScope — Cryptographic Discovery &amp; Post-Quantum Risk Assessment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03D"/>
                </a:solidFill>
              </a:rPr>
              <a:t>One command → discovers every crypto artefact in a codebase → grades quantum risk (Mosca) → suggests the NIST PQC replacement → interactive GUI.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6303D"/>
                </a:solidFill>
              </a:rPr>
              <a:t>CipherScope · SIH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IDEA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Proposed Solution: </a:t>
            </a:r>
            <a:r>
              <a:rPr sz="1600">
                <a:solidFill>
                  <a:srgbClr val="26303D"/>
                </a:solidFill>
              </a:rPr>
              <a:t>Scan any repo in seconds (source, certs, configs, Dockerfile, sshd). Categorise every cryptographic artefact. Flag weak-today vs quantum-vulnerable. Run Mosca time-check. Recommend NIST PQC (ML-KEM/ML-DSA). Show results in an interactive GUI + exportable JSON.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How it addresses the problem: </a:t>
            </a:r>
            <a:r>
              <a:rPr sz="1600">
                <a:solidFill>
                  <a:srgbClr val="26303D"/>
                </a:solidFill>
              </a:rPr>
              <a:t>Delivers all 4 PS asks: (i) catalogue artefacts (ii) quantum risk assessment (iii) Mosca classification by lifetime (iv) PQC/hybrid alternatives — inside an interactive GUI.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Innovation &amp; uniqueness: </a:t>
            </a:r>
            <a:r>
              <a:rPr sz="1600">
                <a:solidFill>
                  <a:srgbClr val="26303D"/>
                </a:solidFill>
              </a:rPr>
              <a:t>3 detection engines (regex + AST + real X.509 parsing), real Mosca math, plain-language board-ready dashboard, live working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Live proof: </a:t>
            </a:r>
            <a:r>
              <a:rPr sz="1600">
                <a:solidFill>
                  <a:srgbClr val="26303D"/>
                </a:solidFill>
              </a:rPr>
              <a:t>Demo scan result — 20 files, 74 findings (29 Critical), 55% quantum-vulnerable, Mosca HIGH (10y+6y&gt;15y), &lt;1 second.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Live URL: </a:t>
            </a:r>
            <a:r>
              <a:rPr sz="1600">
                <a:solidFill>
                  <a:srgbClr val="26303D"/>
                </a:solidFill>
              </a:rPr>
              <a:t>https://cipherscope-dashboard-production.up.railway.app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6303D"/>
                </a:solidFill>
              </a:rPr>
              <a:t>Screenshot → dashboard-top.png (submission folder)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6303D"/>
                </a:solidFill>
              </a:rPr>
              <a:t>CipherScope · SIH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Technologies: </a:t>
            </a:r>
            <a:r>
              <a:rPr sz="1600">
                <a:solidFill>
                  <a:srgbClr val="26303D"/>
                </a:solidFill>
              </a:rPr>
              <a:t>Python 3 (scanner) · React + Vite (GUI) · Docker/nginx (deploy) · Railway (hosting) · cryptography lib for X.509 · npm for build/scan.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Methodology: 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1. </a:t>
            </a:r>
            <a:r>
              <a:rPr sz="1600">
                <a:solidFill>
                  <a:srgbClr val="26303D"/>
                </a:solidFill>
              </a:rPr>
              <a:t>Regex rules over .py/.java/.js/.go/.c/.cpp/.yaml/.sh + Dockerfile/sshd_config/nginx.conf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2. </a:t>
            </a:r>
            <a:r>
              <a:rPr sz="1600">
                <a:solidFill>
                  <a:srgbClr val="26303D"/>
                </a:solidFill>
              </a:rPr>
              <a:t>Python AST parsing — hashlib.*, Crypto.Cipher.*, ssl contexts, rsa/ec key gen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3. </a:t>
            </a:r>
            <a:r>
              <a:rPr sz="1600">
                <a:solidFill>
                  <a:srgbClr val="26303D"/>
                </a:solidFill>
              </a:rPr>
              <a:t>X.509 certificate &amp; private-key parsing (.crt/.key/.pem): key size, expiry, self-signed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4. </a:t>
            </a:r>
            <a:r>
              <a:rPr sz="1600">
                <a:solidFill>
                  <a:srgbClr val="26303D"/>
                </a:solidFill>
              </a:rPr>
              <a:t>Mosca theorem: data_lifetime + migration_years &gt; quantum_horizon → HIGH/MED/LOW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5. </a:t>
            </a:r>
            <a:r>
              <a:rPr sz="1600">
                <a:solidFill>
                  <a:srgbClr val="26303D"/>
                </a:solidFill>
              </a:rPr>
              <a:t>PQC mapping: RSA→ML-KEM-768, ECDSA→ML-DSA-65, DES→AES-256-GCM, SHA-1→SHA-256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6. </a:t>
            </a:r>
            <a:r>
              <a:rPr sz="1600">
                <a:solidFill>
                  <a:srgbClr val="26303D"/>
                </a:solidFill>
              </a:rPr>
              <a:t>findings.json → interactive dashboard (verdict, heatmap, filters, recommendations)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6303D"/>
                </a:solidFill>
              </a:rPr>
              <a:t>CipherScope · SIH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Feasibility: </a:t>
            </a:r>
            <a:r>
              <a:rPr sz="1600">
                <a:solidFill>
                  <a:srgbClr val="26303D"/>
                </a:solidFill>
              </a:rPr>
              <a:t>Works fully offline, no external calls; cheap stack (Python + React, free hosting); full pipeline already verified end-to-end with live URL; per-PS open datasets allowed (GitHub, OpenSSL).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Potential challenges &amp; risks: </a:t>
            </a:r>
            <a:r>
              <a:rPr sz="1600">
                <a:solidFill>
                  <a:srgbClr val="26303D"/>
                </a:solidFill>
              </a:rPr>
              <a:t>False negatives on obfuscated/embedded crypto; binary &amp; container scanning not yet implemented; business-criticality tagging manual; scalability on huge monorepos.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Strategies to overcome: </a:t>
            </a:r>
            <a:r>
              <a:rPr sz="1600">
                <a:solidFill>
                  <a:srgbClr val="26303D"/>
                </a:solidFill>
              </a:rPr>
              <a:t>Layered engines (regex+AST+certs) reduce misses; roadmap: ELF/strings + SBOM/CBOM (CycloneDX) parsing for binaries &amp; containers; per-service config for criticality &amp; retention; parallel file walker for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6303D"/>
                </a:solidFill>
              </a:rPr>
              <a:t>CipherScope · SIH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Potential impact on target audience: </a:t>
            </a:r>
            <a:r>
              <a:rPr sz="1600">
                <a:solidFill>
                  <a:srgbClr val="26303D"/>
                </a:solidFill>
              </a:rPr>
              <a:t>Govt ministries/PSUs, CISOs, SOCs, auditors, developers — anyone who must migrate to post-quantum crypto by 2030–35. Converts a 3-month manual audit into a 1-minute scan; enables Critical-first remediation budgets; protects against harvest-now-decrypt-later.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D1520"/>
                </a:solidFill>
              </a:rPr>
              <a:t>Benefits (social / economic / environmental): </a:t>
            </a:r>
            <a:r>
              <a:rPr sz="1600">
                <a:solidFill>
                  <a:srgbClr val="26303D"/>
                </a:solidFill>
              </a:rPr>
              <a:t>National security: secures citizen data (DigiLocker, Aadhaar-era, UPI ecosystems). Economic: saves lakhs in consulting/audit spend; right-sized migration. Foundational: first step for Bharat's post-quantum digital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6303D"/>
                </a:solidFill>
              </a:rPr>
              <a:t>CipherScope · SIH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D28D9"/>
                </a:solidFill>
              </a:rPr>
              <a:t>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6303D"/>
                </a:solidFill>
              </a:rPr>
              <a:t>NIST FIPS 203 (ML-KEM), FIPS 204 (ML-DSA), FIPS 205 (SLH-DSA) — post-quantum cryptography standards.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6303D"/>
                </a:solidFill>
              </a:rPr>
              <a:t>NIST IR 8547 — Transition to Post-Quantum Cryptography.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6303D"/>
                </a:solidFill>
              </a:rPr>
              <a:t>Mosca, M. (2015). Cybersecurity in an era with quantum computers: will we be ready? IEEE Security &amp; Privacy.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6303D"/>
                </a:solidFill>
              </a:rPr>
              <a:t>OWASP CycloneDX — Cryptographic Bill of Materials (CBOM) standard (report-format roadmap).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6303D"/>
                </a:solidFill>
              </a:rPr>
              <a:t>Live demo: https://cipherscope-dashboard-production.up.railway.app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6303D"/>
                </a:solidFill>
              </a:rPr>
              <a:t>Source/README: ~/Projects/cipherscope (scanner/, demo-repo/, dashboard/).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6303D"/>
                </a:solidFill>
              </a:rPr>
              <a:t>CipherScope · SIH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